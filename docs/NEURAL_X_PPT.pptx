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E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6400">
                <a:solidFill>
                  <a:srgbClr val="5D2A1A"/>
                </a:solidFill>
                <a:latin typeface="Georgia"/>
              </a:defRPr>
            </a:pPr>
            <a:r>
              <a:t>PyroTrace</a:t>
            </a:r>
          </a:p>
          <a:p>
            <a:pPr>
              <a:spcAft>
                <a:spcPts val="2400"/>
              </a:spcAft>
              <a:defRPr sz="2800" i="1">
                <a:solidFill>
                  <a:srgbClr val="5D2A1A"/>
                </a:solidFill>
                <a:latin typeface="Georgia"/>
              </a:defRPr>
            </a:pPr>
            <a:r>
              <a:t>"The AI that finds the frayed wire, not just the fire."</a:t>
            </a:r>
          </a:p>
          <a:p>
            <a:pPr>
              <a:defRPr sz="1600" b="1">
                <a:solidFill>
                  <a:srgbClr val="5D2A1A"/>
                </a:solidFill>
                <a:latin typeface="Arial"/>
              </a:defRPr>
            </a:pPr>
            <a:r>
              <a:t>Build Beyond Boundaries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7191C"/>
                </a:solidFill>
                <a:latin typeface="Georgia"/>
              </a:defRPr>
            </a:pPr>
            <a:r>
              <a:t>The Problem: Alert Storms &amp; Hidden Root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latin typeface="Georgia"/>
              </a:defRPr>
            </a:pPr>
            <a:r>
              <a:t>Standard Observability Gaps: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AI as a simple smoke detector: Flags anomaly thresholds but fails to trace the initial failure trigger.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High MTTR (Mean Time to Resolution): Teams spend 80% of incident response time finding the root cause and only 20% fixing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latin typeface="Georgia"/>
              </a:defRPr>
            </a:pPr>
            <a:r>
              <a:t>Edge-Level Gaps: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IoT &amp; Factory floor sensors stream critical telemetry to cloud servers, introducing latency and security compliance risks.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Heavy Bayesian diagnostics models exceed edge compute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7191C"/>
                </a:solidFill>
                <a:latin typeface="Georgia"/>
              </a:defRPr>
            </a:pPr>
            <a:r>
              <a:t>The Solution: Edge-Native Causal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latin typeface="Georgia"/>
              </a:defRPr>
            </a:pPr>
            <a:r>
              <a:t>Edge Telemetry Pipeline: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ESP32-C3 Super Mini Streams real-time physical parameters (Fan RPM, Temperature, CPU Load) offline over local USB COM15.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Rolling 60-second Pandas memory buffer handles data frequency spikes with flat, stable memory utilization.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latin typeface="Georgia"/>
              </a:defRPr>
            </a:pPr>
            <a:r>
              <a:t>AI Causal Engine: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Real-Time Outlier Tagging: Scikit-Learn Isolation Forest highlights statistical telemetry breaches instantly.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Causal Sequence Detector: Traces time-lagged cross-correlation backward through data to identify initial physical trigger.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7191C"/>
                </a:solidFill>
                <a:latin typeface="Georgia"/>
              </a:defRPr>
            </a:pPr>
            <a:r>
              <a:t>Competitive Observability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latin typeface="Georgia"/>
              </a:defRPr>
            </a:pPr>
            <a:r>
              <a:t>Positioning vs. Enterprise Competitors: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Dynatrace (Davis AI): Cloud-scale app mapping costing millions. PyroTrace targets localized, low-cost Edge &amp; IoT hardware.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Datadog (Watchdog AI): Cloud-dependent SaaS telemetry. PyroTrace operates 100% offline, keeping sensitive factory data on-premises.</a:t>
            </a:r>
          </a:p>
          <a:p>
            <a:pPr>
              <a:spcAft>
                <a:spcPts val="1000"/>
              </a:spcAft>
              <a:defRPr sz="1800" b="0">
                <a:solidFill>
                  <a:srgbClr val="17191C"/>
                </a:solidFill>
                <a:latin typeface="Arial"/>
              </a:defRPr>
            </a:pPr>
            <a:r>
              <a:t>• BigPanda: Software ticketing event correlation. PyroTrace correlates physical physics (RPM, temperature, motor load).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E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5D2A1A"/>
                </a:solidFill>
                <a:latin typeface="Georgia"/>
              </a:defRPr>
            </a:pPr>
            <a:r>
              <a:t>Value Proposition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D2A1A"/>
                </a:solidFill>
                <a:latin typeface="Georgia"/>
              </a:defRPr>
            </a:pPr>
            <a:r>
              <a:t>Financial &amp; Operational Gains:</a:t>
            </a:r>
          </a:p>
          <a:p>
            <a:pPr>
              <a:spcAft>
                <a:spcPts val="1000"/>
              </a:spcAft>
              <a:defRPr sz="1800" b="0">
                <a:solidFill>
                  <a:srgbClr val="5D2A1A"/>
                </a:solidFill>
                <a:latin typeface="Arial"/>
              </a:defRPr>
            </a:pPr>
            <a:r>
              <a:t>• 80% MTTR Reduction: Eliminates investigation search time by mapping root cause triggers instantly.</a:t>
            </a:r>
          </a:p>
          <a:p>
            <a:pPr>
              <a:spcAft>
                <a:spcPts val="1000"/>
              </a:spcAft>
              <a:defRPr sz="1800" b="0">
                <a:solidFill>
                  <a:srgbClr val="5D2A1A"/>
                </a:solidFill>
                <a:latin typeface="Arial"/>
              </a:defRPr>
            </a:pPr>
            <a:r>
              <a:t>• Cost Efficiency: Catch hardware failures (e.g. fan bearings) seconds before thermal shutdown saves costly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D2A1A"/>
                </a:solidFill>
                <a:latin typeface="Georgia"/>
              </a:defRPr>
            </a:pPr>
            <a:r>
              <a:t>Strategic Advantages:</a:t>
            </a:r>
          </a:p>
          <a:p>
            <a:pPr>
              <a:spcAft>
                <a:spcPts val="1000"/>
              </a:spcAft>
              <a:defRPr sz="1800" b="0">
                <a:solidFill>
                  <a:srgbClr val="5D2A1A"/>
                </a:solidFill>
                <a:latin typeface="Arial"/>
              </a:defRPr>
            </a:pPr>
            <a:r>
              <a:t>• 100% Data Sovereignty: Zero cloud dependency meets government, defense, and power plant security standards.</a:t>
            </a:r>
          </a:p>
          <a:p>
            <a:pPr>
              <a:spcAft>
                <a:spcPts val="1000"/>
              </a:spcAft>
              <a:defRPr sz="1800" b="0">
                <a:solidFill>
                  <a:srgbClr val="5D2A1A"/>
                </a:solidFill>
                <a:latin typeface="Arial"/>
              </a:defRPr>
            </a:pPr>
            <a:r>
              <a:t>• Team Empowerment: Democratizes debugging, giving junior technicians senior diagnostic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